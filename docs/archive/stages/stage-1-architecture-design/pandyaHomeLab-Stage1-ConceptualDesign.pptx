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57200"/>
            <a:ext cx="13716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640080"/>
            <a:ext cx="11887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822960"/>
            <a:ext cx="10058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5486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secured, cloud-architecture-savvy AI showcase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&amp; Author  ·  Archit Pandya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April 2026  · 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pandyaHomeLab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personally architected, on-premises AI/ML platform — built to demonstrate end-to-end machine learning and deep learning capabilities, mirrored to AWS for hybrid cloud parity.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657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a credible portfolio anchor for an AI career transition.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as a continuously evolving learning environment.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production-grade architecture patterns at non-production scale.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5544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threat model. TLS everywhere. Network isolation by tier.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26974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6974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770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Cloud-architecture-savvy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VPCs, subnets, multi-AZ patterns. AWS-equivalent on Synology.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38404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Non-commercial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revenue at stake. Permission to do it the right way.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49834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9834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Learning-deliberate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documented and defensible.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 ·  AWS ↔ Synology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Synology component has an AWS equivalent. Same architectural problem, different vocabulary.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10.0.0.0/16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LAN  ·  192.168.1.0/24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743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192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 (public, private)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319272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3192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networks  ·  bridge, macvlan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319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95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+ NACLs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895344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895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Firewall + router rules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471416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+ Elastic IP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471416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forward + Dynamic DNS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44714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04748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047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ACM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5047488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047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DNS + Let's Encrypt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50474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562356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623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/ API Gateway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62356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623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52160" y="5623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6199632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996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/ EKS / EC2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6199632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61996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Manager  ·  Docker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52160" y="6199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  ·  six logical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isolate by trust boundary, not by category. Same layout on both platforms.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7216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9144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 ·  TLS termination  ·  Public ingress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2103120"/>
            <a:ext cx="37216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103120"/>
            <a:ext cx="73152" cy="9144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17627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256032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·  MinIO  ·  Redis  ·  Shared persistence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66176" y="2103120"/>
            <a:ext cx="37216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103120"/>
            <a:ext cx="73152" cy="9144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17627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mlops-network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9056" y="256032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 ·  Prometheus  ·  Grafana  ·  Cross-domain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tier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57600"/>
            <a:ext cx="73152" cy="2286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ml-network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 ·  classification, regression, clustering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657600"/>
            <a:ext cx="73152" cy="2286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dl-network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11480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CNN, transformers  ·  GPU workloads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686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657600"/>
            <a:ext cx="73152" cy="2286000"/>
          </a:xfrm>
          <a:prstGeom prst="rect">
            <a:avLst/>
          </a:prstGeom>
          <a:solidFill>
            <a:srgbClr val="B6862C"/>
          </a:solidFill>
          <a:ln w="12700">
            <a:solidFill>
              <a:srgbClr val="B686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nlp-network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11480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tasks  ·  text classification, NER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35440" y="36576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A478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3657600"/>
            <a:ext cx="73152" cy="2286000"/>
          </a:xfrm>
          <a:prstGeom prst="rect">
            <a:avLst/>
          </a:prstGeom>
          <a:solidFill>
            <a:srgbClr val="7A4789"/>
          </a:solidFill>
          <a:ln w="12700">
            <a:solidFill>
              <a:srgbClr val="7A47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agentic-network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18320" y="411480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·  RAG  ·  prompt engineering  ·  chatbots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tier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implementation  ·  multi-AZ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VPC, six logical networks, twelve subnets. AZ-A and AZ-B mirror for 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411480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10.1.0.0/16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10896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10.1.0.0/24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10.1.1.0/24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93192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mlops-network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10.1.2.0/24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434340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ml-network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10.1.3.0/24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475488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754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dl-network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4754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10.1.4.0/24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" y="516636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B68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166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5166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10.1.5.0/24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" y="557784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7A47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577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agentic-network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5577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10.1.6.0/24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69748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7A478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10896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proxy-network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10.1.10.0/24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52044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data-network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10.1.11.0/24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393192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mlops-network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10.1.12.0/24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434340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ml-network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10.1.13.0/24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75488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754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dl-network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4754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10.1.14.0/24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63640" y="516636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B6862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5166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nlp-network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0" y="5166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10.1.15.0/24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63640" y="557784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6350">
            <a:solidFill>
              <a:srgbClr val="7A47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5577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agentic-network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44000" y="5577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10.1.16.0/24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Synology implementation  ·  Docker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logical networks, implemented as Docker bridges in RFC 1918 space.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172.18.0.0/24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 ·  publishes ports 80/443 to host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172.18.1.0/24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MinIO, Redis  ·  no internet egress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mlops-network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172.18.2.0/24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Prometheus, Grafana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ml-network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172.19.0.0/24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regression, clustering APIs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dl-network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172.20.0.0/24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617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workloads  ·  CNN, transformers, vision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12064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nlp-network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0" y="5120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172.21.0.0/24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120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classification, NER, language tasks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agentic-network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5623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172.22.0.0/24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5623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RAG, prompt patterns  ·  vector DB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 ·  click to container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a user clicking a link to landing on a running model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1031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link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https://pandyahomelab.com/ml/iris-knn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2788920"/>
            <a:ext cx="36576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27889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DNS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hostname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 →  100.35.208.212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3474720"/>
            <a:ext cx="36576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34747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Fios router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3474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forwards on public 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443/TCP  →  192.168.1.152:8443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" y="4160520"/>
            <a:ext cx="36576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88720" y="4160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Synology + Nginx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TLS, reads URL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Encrypt cert  ·  pandyahomelab.com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" y="4846320"/>
            <a:ext cx="36576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892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88720" y="48463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4846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routing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→ upstream container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/ml/iris-knn  →  ml-iris-knn:8001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" y="5532120"/>
            <a:ext cx="36576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577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88720" y="55321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5880" y="5532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114800" y="5532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handles the request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5532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 ·  returns JSON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hierarchy  ·  progressive disclosure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narrows user intent. Levels 1–3 are static HTML. Level 4 is a running container.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914400" cy="868680"/>
          </a:xfrm>
          <a:prstGeom prst="roundRect">
            <a:avLst>
              <a:gd name="adj" fmla="val 52632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site?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pandyahomelab.com/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 ·  static index.html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914400" cy="868680"/>
          </a:xfrm>
          <a:prstGeom prst="roundRect">
            <a:avLst>
              <a:gd name="adj" fmla="val 52632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310896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field am I in?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   /dl/   /nlp/   /agentic/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section  ·  static HTML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914400" cy="868680"/>
          </a:xfrm>
          <a:prstGeom prst="roundRect">
            <a:avLst>
              <a:gd name="adj" fmla="val 5263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554480" y="411480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am I solving?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114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family  ·  static HTML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914400" cy="868680"/>
          </a:xfrm>
          <a:prstGeom prst="roundRect">
            <a:avLst>
              <a:gd name="adj" fmla="val 52632"/>
            </a:avLst>
          </a:prstGeom>
          <a:solidFill>
            <a:srgbClr val="7A4789"/>
          </a:solidFill>
          <a:ln w="12700">
            <a:solidFill>
              <a:srgbClr val="7A47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206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554480" y="512064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7A47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demo am I about to use?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/ml/classification/iris-knn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container  ·  FastAPI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 ·  technique vs algorithm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is the problem family. Level 4 is dataset-algorithm. One rule, no debate.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site identity
</a:t>
            </a:r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AI domain (ml, dl, nlp, agentic)
</a:t>
            </a:r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technique family from textbook taxonomy
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classification, regression, clustering ...
</a:t>
            </a:r>
            <a:pPr indent="0" marL="0">
              <a:buNone/>
            </a:pPr>
            <a:r>
              <a:rPr lang="en-US" sz="115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4: dataset-algorithm
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iris-knn, titanic-randomforest ...
</a:t>
            </a:r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dataset first?
</a:t>
            </a:r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are memorable. Algorithms are technical detail. Lead with what sticks.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ML domain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0266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33558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/ml/classification/iris-knn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6850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/ml/classification/iris-svm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4014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/ml/classification/titanic-randomforest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343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/ml/regression/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46725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/ml/regression/housing-linear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5001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/ml/regression/housing-xgboost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53309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/ml/clustering/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5660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/ml/clustering/customers-kmeans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 ·  four AI domains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hosts technique families and dataset-algorithm demos.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0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statistical methods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03120"/>
            <a:ext cx="548640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704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/dl/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 ·  GPU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017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686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97680"/>
            <a:ext cx="5486400" cy="73152"/>
          </a:xfrm>
          <a:prstGeom prst="rect">
            <a:avLst/>
          </a:prstGeom>
          <a:solidFill>
            <a:srgbClr val="B6862C"/>
          </a:solidFill>
          <a:ln w="12700">
            <a:solidFill>
              <a:srgbClr val="B686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/nlp/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2976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A478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4297680"/>
            <a:ext cx="5486400" cy="73152"/>
          </a:xfrm>
          <a:prstGeom prst="rect">
            <a:avLst/>
          </a:prstGeom>
          <a:solidFill>
            <a:srgbClr val="7A4789"/>
          </a:solidFill>
          <a:ln w="12700">
            <a:solidFill>
              <a:srgbClr val="7A47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0704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systems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assistants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Stage 1 deliberately excludes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what's NOT in this stage prevents scope creep and keeps the deliverable shippable.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catalog &amp; versions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MLflow version, Postgres extensions, Jupyter image — all Stage 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97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&amp; Nginx config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IaC files come after the conceptual design is locked.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 end-to-end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container, fully wired — Stage 3.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&amp; AWS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886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and IaC promotion patterns — Stage 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480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image builds, automated deploys — Stage 4.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5074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automation &amp; monitoring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5074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automation, Prometheus alerts, dashboards — Stage 5.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66928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5669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document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5669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Two-page formal threat model, signed off — early Stage 2 or 5.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CONCEPTUAL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five stages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locked. Each subsequent stage builds on what came before.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31520" cy="731520"/>
          </a:xfrm>
          <a:prstGeom prst="ellipse">
            <a:avLst/>
          </a:prstGeom>
          <a:solidFill>
            <a:srgbClr val="0F6E56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2103120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base, traffic flow, URL hierarchy, scope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607040" y="22860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63040" y="2944368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944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944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structure, containers, Nginx, docker-compose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85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63040" y="3785616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378561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 end-to-end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78561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on one container, fully wired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2686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268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463040" y="4626864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46268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AWS sync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462686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GitHub Actions, environment promotion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468112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468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463040" y="5468112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54681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observability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54681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automation, monitoring, alerts, threat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  ·  Stage 1 Conceptual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3716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40080"/>
            <a:ext cx="11887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0058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locked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sound.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Stage 2  ·  Services &amp; Implementation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pandyahomelab.com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pandyaHomeLab — Stage 1: Conceptual Design</dc:title>
  <dc:subject>Architecture Reference</dc:subject>
  <dc:creator>Archit Pandya</dc:creator>
  <cp:lastModifiedBy>Archit Pandya</cp:lastModifiedBy>
  <cp:revision>1</cp:revision>
  <dcterms:created xsi:type="dcterms:W3CDTF">2026-04-30T17:04:20Z</dcterms:created>
  <dcterms:modified xsi:type="dcterms:W3CDTF">2026-04-30T17:04:20Z</dcterms:modified>
</cp:coreProperties>
</file>